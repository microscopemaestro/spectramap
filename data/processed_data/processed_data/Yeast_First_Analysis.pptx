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9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09731-C284-4CFC-9ECC-8A2F02712AC9}" v="5" dt="2026-07-22T11:16:50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43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005B8-8243-4059-9039-10DF9E6C4423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74D5C-DA9E-48B0-8C0D-F5A422D7A8F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555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6619D-9327-4AF0-9462-A8F5502F4C77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125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4FD926-B97B-BB4F-B0DD-3FEF9C8A4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27F7E9-BE83-5E88-0BB8-1C3624551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473176-9C25-BCF7-FA29-C304B7F9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3DA7F7-18E2-18DE-1337-949461D4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1730FC-A559-3F6B-911B-16650EEA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10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8F375-569E-1069-FC26-B07C8E35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C119A1-D6E8-F0EE-32F3-BD73597FF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3EF7BC-4121-AE5D-431B-47FA46DB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4E609D-32D5-6227-84BE-F714F757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B79F30-5CB8-C497-E06E-AE883083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284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7442D-386F-456C-34BF-6D5520755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D82369-D184-8C24-B6B9-5C8DDB1D1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ABF810-F6DD-2D6D-9C93-F10D98CD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021FCD-7BDB-49E9-E77F-41EF871D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21224-DADF-9125-4703-7EDB6C7A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348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446283-2964-A821-2869-0774BB4C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1CC623-3E67-ECE5-F200-783574F9D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48C270-4E69-4B7F-21F4-2640B0EA0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192649-9667-85D7-E016-C97DA9E5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403E66-D2E5-A998-7A66-ADA03076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D8D79E-D0DB-E775-8B52-3DED8831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333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1EF10-7AAC-A894-0B1F-2B9F5AE7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8C5FA3-839C-F334-FC41-22762BF31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FC7C60-82FC-DEB6-9318-D87306D06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794D08-3AF9-071F-224E-BD70350EE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126963C-A896-D435-5CAA-8D7950FEF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C41BEE3-8F5D-7F6F-47F4-7ABCEB87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E0A76EE-C758-E527-FECC-F7F5F64C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FAFE80A-A6E1-8EC1-DF14-9F52D20E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754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DB148-951E-C49A-69F2-0E7F1331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FB57E1-8143-0124-2885-2141AA68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A18E30-4A00-CBD0-5391-12466105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2BF154-16B0-A6E6-B089-8C287919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794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EC2FBA-0CBA-4750-727E-6D23B896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7CAAB1-1E24-49A1-9EE3-27F39BDE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550D3A-FCBC-4811-3A90-3B014A9C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488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E5A5D-D4BB-D799-E4CF-DC497F9C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4C4E2-B7C3-A61F-48B5-CEBE1E6E9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D6DDC1-E15E-0EFB-4825-0DD03F7CF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FFFC87-CC8E-390E-85E6-DCBBA72C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B1914F-C277-85B5-7FE4-5EA3763F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0E6696-28A8-4CA3-E435-35CA76E3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402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71E89-E8A8-9BD3-0583-1AA605D0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3C1ABA-E0F1-457D-E08C-C7E89549E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FDDBB3-D033-F42F-A82A-517BF6F3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3EBA9C-E2F3-8217-8DA8-C81C2CFE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02BF84-42C7-D151-DB05-1404A152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D9DAA7-4D4D-68D2-CB05-5F1E696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857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2F4259-B995-AFAE-2BDB-27516F1D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D0556C-B4CC-376E-4299-AA813D4DC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C7305-6412-8B13-C0D0-90CDC710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5FAF6-F623-F0FD-5234-3AD0E6B3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155D41-AA3E-5F08-656C-21596861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74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11AE61-5B62-6E85-FCF3-B91C102F7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E6DA33-E0F6-9685-1BAB-1C7652DFE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11880A-5D16-8844-81AD-8C42911E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AB7045-980E-54B6-8F8D-CBBE70D3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89F2D9-5176-054D-EE08-4A3ADA93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584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C188FB-D1D1-44A0-8FA9-DFF7732B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935B37-A7D0-17EC-62AE-93236C92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F3350D-2B7F-D288-2373-A99BCB0E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3B51E-CC97-4BD4-B981-D46EDCA12534}" type="datetimeFigureOut">
              <a:rPr lang="de-AT" smtClean="0"/>
              <a:t>22.07.2026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AF8C94-685B-033A-1466-DEFC42439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9D216F-D7FE-50CF-0BB2-36A62B960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26DBE-BDA6-4319-9A8C-70E0ACD24D5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4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full/10.1155/2012/74659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62CEC1-C9E6-88A6-31D5-0C2B4CD4E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Yeast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FE0A1B-7CA0-5AEC-516D-B2D0907F5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822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B432F-786F-FABF-00C3-02811CDE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68" y="64774"/>
            <a:ext cx="10515600" cy="1325563"/>
          </a:xfrm>
        </p:spPr>
        <p:txBody>
          <a:bodyPr/>
          <a:lstStyle/>
          <a:p>
            <a:r>
              <a:rPr lang="de-DE" dirty="0"/>
              <a:t>Sample 1 – 500 </a:t>
            </a:r>
            <a:r>
              <a:rPr lang="de-DE" dirty="0" err="1"/>
              <a:t>nm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9AECFF-15B8-ED92-BBC5-9875EACF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020" t="16666" r="26305" b="26742"/>
          <a:stretch>
            <a:fillRect/>
          </a:stretch>
        </p:blipFill>
        <p:spPr>
          <a:xfrm rot="16200000">
            <a:off x="6563512" y="1458795"/>
            <a:ext cx="4035993" cy="38990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48F151-6B42-154C-27CC-659BD0050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" y="1281804"/>
            <a:ext cx="3032760" cy="14504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9BA09DA-28B6-04A8-06F1-18F96BB16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57" y="2874234"/>
            <a:ext cx="3098483" cy="140805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19CFB4F-4FDE-2B69-4806-E64268B5E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4424271"/>
            <a:ext cx="3390900" cy="152261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D73EC23-9F49-A334-5DFD-6D793EF51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71" y="4620035"/>
            <a:ext cx="2859998" cy="125910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F657839-5BF6-CC54-C3D3-FA0903A95B09}"/>
              </a:ext>
            </a:extLst>
          </p:cNvPr>
          <p:cNvSpPr txBox="1"/>
          <p:nvPr/>
        </p:nvSpPr>
        <p:spPr>
          <a:xfrm>
            <a:off x="4038600" y="2007029"/>
            <a:ext cx="1635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 5, 7, 8, 10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6964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BD862-2ECB-88CF-D1E2-3826A6EC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94" y="0"/>
            <a:ext cx="10515600" cy="1325563"/>
          </a:xfrm>
        </p:spPr>
        <p:txBody>
          <a:bodyPr/>
          <a:lstStyle/>
          <a:p>
            <a:r>
              <a:rPr lang="de-DE" dirty="0"/>
              <a:t>Sample 2 – 250 </a:t>
            </a:r>
            <a:r>
              <a:rPr lang="de-DE" dirty="0" err="1"/>
              <a:t>nm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63D6DA2-0576-76BB-2043-292920429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894" t="39900" r="38560" b="26868"/>
          <a:stretch>
            <a:fillRect/>
          </a:stretch>
        </p:blipFill>
        <p:spPr>
          <a:xfrm>
            <a:off x="7094671" y="1408160"/>
            <a:ext cx="5097329" cy="430005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7C91BC2-C73A-8D2A-3195-9BE2BBCD2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35" y="1219201"/>
            <a:ext cx="3426025" cy="16240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5517282-CF1E-1CC9-5E1C-F6457CA48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34" y="2753359"/>
            <a:ext cx="3497146" cy="160965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7A0FAF4-E0C0-D380-8EF5-442C106AC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822" y="4429577"/>
            <a:ext cx="3321258" cy="15012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1AE7AFA-FD92-8277-806E-9AE91472B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701" y="4464833"/>
            <a:ext cx="3321258" cy="148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2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EA5E7-DB22-0E15-470C-60118CFF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Questions?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DEE408-31DB-B072-B479-A60EB9409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High </a:t>
            </a:r>
            <a:r>
              <a:rPr lang="de-DE" dirty="0" err="1"/>
              <a:t>resolution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targets</a:t>
            </a:r>
            <a:endParaRPr lang="de-DE" dirty="0"/>
          </a:p>
          <a:p>
            <a:pPr>
              <a:buFontTx/>
              <a:buChar char="-"/>
            </a:pPr>
            <a:r>
              <a:rPr lang="de-DE" dirty="0"/>
              <a:t>Real </a:t>
            </a:r>
            <a:r>
              <a:rPr lang="de-DE" dirty="0" err="1"/>
              <a:t>chemical-biological</a:t>
            </a:r>
            <a:r>
              <a:rPr lang="de-DE" dirty="0"/>
              <a:t> </a:t>
            </a:r>
            <a:r>
              <a:rPr lang="de-DE" dirty="0" err="1"/>
              <a:t>composition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targets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6010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02E3-6078-AE8B-B2FE-0D89F5F3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7DCB1-98D2-DC1E-6089-86A61B26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More </a:t>
            </a:r>
            <a:r>
              <a:rPr lang="de-DE" dirty="0" err="1"/>
              <a:t>papers</a:t>
            </a:r>
            <a:endParaRPr lang="de-AT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0A78331-D4D7-921B-0BDD-FE9838696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https://onlinelibrary.wiley.com/doi/full/10.1155/2012/746597</a:t>
            </a:r>
            <a:endParaRPr lang="de-AT" dirty="0"/>
          </a:p>
          <a:p>
            <a:endParaRPr lang="de-AT" dirty="0"/>
          </a:p>
          <a:p>
            <a:r>
              <a:rPr lang="de-AT" dirty="0"/>
              <a:t>Single </a:t>
            </a:r>
            <a:r>
              <a:rPr lang="de-AT" dirty="0" err="1"/>
              <a:t>cell</a:t>
            </a:r>
            <a:r>
              <a:rPr lang="de-AT" dirty="0"/>
              <a:t> </a:t>
            </a:r>
            <a:r>
              <a:rPr lang="de-AT" dirty="0" err="1"/>
              <a:t>assessment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yeast</a:t>
            </a:r>
            <a:r>
              <a:rPr lang="de-AT" dirty="0"/>
              <a:t> </a:t>
            </a:r>
            <a:r>
              <a:rPr lang="de-AT" dirty="0" err="1"/>
              <a:t>metabolic</a:t>
            </a:r>
            <a:r>
              <a:rPr lang="de-AT" dirty="0"/>
              <a:t> </a:t>
            </a:r>
            <a:r>
              <a:rPr lang="de-AT" dirty="0" err="1"/>
              <a:t>engineering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enhanced</a:t>
            </a:r>
            <a:r>
              <a:rPr lang="de-AT" dirty="0"/>
              <a:t> </a:t>
            </a:r>
            <a:r>
              <a:rPr lang="de-AT" dirty="0" err="1"/>
              <a:t>lipid</a:t>
            </a:r>
            <a:r>
              <a:rPr lang="de-AT" dirty="0"/>
              <a:t> </a:t>
            </a:r>
            <a:r>
              <a:rPr lang="de-AT" dirty="0" err="1"/>
              <a:t>production</a:t>
            </a:r>
            <a:r>
              <a:rPr lang="de-AT" dirty="0"/>
              <a:t> </a:t>
            </a:r>
            <a:r>
              <a:rPr lang="de-AT" dirty="0" err="1"/>
              <a:t>using</a:t>
            </a:r>
            <a:r>
              <a:rPr lang="de-AT" dirty="0"/>
              <a:t> Raman and AFM-IR </a:t>
            </a:r>
            <a:r>
              <a:rPr lang="de-AT" dirty="0" err="1"/>
              <a:t>imaging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3860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6890C5874B5D458B0632E64FAD0CB1" ma:contentTypeVersion="5" ma:contentTypeDescription="Ein neues Dokument erstellen." ma:contentTypeScope="" ma:versionID="0a279f60cf667acee3fe51faabed218a">
  <xsd:schema xmlns:xsd="http://www.w3.org/2001/XMLSchema" xmlns:xs="http://www.w3.org/2001/XMLSchema" xmlns:p="http://schemas.microsoft.com/office/2006/metadata/properties" xmlns:ns3="30096703-f679-4b62-80f8-a0848d8ddda2" targetNamespace="http://schemas.microsoft.com/office/2006/metadata/properties" ma:root="true" ma:fieldsID="6d91d8fa8731b5bb61ceee3ebfc9df05" ns3:_="">
    <xsd:import namespace="30096703-f679-4b62-80f8-a0848d8ddda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96703-f679-4b62-80f8-a0848d8ddda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096703-f679-4b62-80f8-a0848d8ddda2" xsi:nil="true"/>
  </documentManagement>
</p:properties>
</file>

<file path=customXml/itemProps1.xml><?xml version="1.0" encoding="utf-8"?>
<ds:datastoreItem xmlns:ds="http://schemas.openxmlformats.org/officeDocument/2006/customXml" ds:itemID="{88603D85-695B-44EB-8005-518BDFF5B1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96703-f679-4b62-80f8-a0848d8ddd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CD971B-5E8C-4908-81B5-1E5CC2EB15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EAA2D-DC59-456E-B90C-1E1D838526C2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30096703-f679-4b62-80f8-a0848d8ddda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12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Yeast</vt:lpstr>
      <vt:lpstr>Sample 1 – 500 nm</vt:lpstr>
      <vt:lpstr>Sample 2 – 250 nm</vt:lpstr>
      <vt:lpstr>Questions?</vt:lpstr>
      <vt:lpstr>More papers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Munoz Bolanos Juan David</dc:creator>
  <cp:lastModifiedBy>Munoz Bolanos Juan David</cp:lastModifiedBy>
  <cp:revision>2</cp:revision>
  <dcterms:created xsi:type="dcterms:W3CDTF">2026-07-22T10:22:28Z</dcterms:created>
  <dcterms:modified xsi:type="dcterms:W3CDTF">2026-07-22T11:30:32Z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0x010100486890C5874B5D458B0632E64FAD0CB1</vt:lpwstr>
  </property>
</Properties>
</file>